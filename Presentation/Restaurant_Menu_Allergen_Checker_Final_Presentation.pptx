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71" r:id="rId15"/>
    <p:sldId id="268" r:id="rId16"/>
    <p:sldId id="272" r:id="rId17"/>
    <p:sldId id="269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07ABF1-0529-4AAB-9A3C-B5FDB823C7A6}" v="3" dt="2026-07-08T11:57:30.2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9062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9021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0875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2629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57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027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24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8838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4743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451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7850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448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0800000" flipV="1">
            <a:off x="1232966" y="913735"/>
            <a:ext cx="8146026" cy="2515265"/>
          </a:xfrm>
        </p:spPr>
        <p:txBody>
          <a:bodyPr>
            <a:normAutofit/>
          </a:bodyPr>
          <a:lstStyle/>
          <a:p>
            <a:r>
              <a:rPr lang="sv-SE" sz="3200" b="1" dirty="0"/>
              <a:t>Restaurant Menu Allergen Checker using RAG</a:t>
            </a:r>
            <a:br>
              <a:rPr lang="sv-SE" dirty="0"/>
            </a:b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969894" y="2682414"/>
            <a:ext cx="7498079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dirty="0"/>
              <a:t>IBM </a:t>
            </a:r>
            <a:r>
              <a:rPr dirty="0" err="1"/>
              <a:t>SkillsBuild</a:t>
            </a:r>
            <a:r>
              <a:rPr dirty="0"/>
              <a:t> | </a:t>
            </a:r>
            <a:r>
              <a:rPr dirty="0" err="1"/>
              <a:t>Edunet</a:t>
            </a:r>
            <a:r>
              <a:rPr dirty="0"/>
              <a:t> Foundation | AICTE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0800000" flipV="1">
            <a:off x="1725562" y="1191495"/>
            <a:ext cx="8229600" cy="902775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/>
              <a:t>Problem Statement</a:t>
            </a:r>
            <a:endParaRPr sz="36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2526890"/>
            <a:ext cx="8408264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dirty="0"/>
              <a:t>People with food allergies struggle to identify safe dishes because restaurant </a:t>
            </a:r>
            <a:endParaRPr lang="en-US" dirty="0"/>
          </a:p>
          <a:p>
            <a:pPr>
              <a:defRPr sz="2000"/>
            </a:pPr>
            <a:r>
              <a:rPr dirty="0"/>
              <a:t>ingredient information is </a:t>
            </a:r>
            <a:r>
              <a:rPr dirty="0" err="1"/>
              <a:t>incomplete.Need</a:t>
            </a:r>
            <a:r>
              <a:rPr dirty="0"/>
              <a:t> an AI assistant that analyzes menus </a:t>
            </a:r>
            <a:endParaRPr lang="en-US" dirty="0"/>
          </a:p>
          <a:p>
            <a:pPr>
              <a:defRPr sz="2000"/>
            </a:pPr>
            <a:r>
              <a:rPr dirty="0"/>
              <a:t>and warns users about allergens.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1140541"/>
            <a:ext cx="8229600" cy="865239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/>
              <a:t>Proposed Solution</a:t>
            </a:r>
            <a:endParaRPr sz="36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7498079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dirty="0"/>
              <a:t>• Upload or paste restaurant menu</a:t>
            </a:r>
            <a:br>
              <a:rPr dirty="0"/>
            </a:br>
            <a:r>
              <a:rPr dirty="0"/>
              <a:t>• Enter allergies</a:t>
            </a:r>
            <a:br>
              <a:rPr dirty="0"/>
            </a:br>
            <a:r>
              <a:rPr dirty="0"/>
              <a:t>• RAG retrieves ingredients from knowledge base</a:t>
            </a:r>
            <a:br>
              <a:rPr dirty="0"/>
            </a:br>
            <a:r>
              <a:rPr dirty="0"/>
              <a:t>• AI checks allergen matches</a:t>
            </a:r>
            <a:br>
              <a:rPr dirty="0"/>
            </a:br>
            <a:r>
              <a:rPr dirty="0"/>
              <a:t>• Generates safety report and recommendations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3213" y="1356851"/>
            <a:ext cx="8229600" cy="690051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/>
              <a:t>Technology Used</a:t>
            </a:r>
            <a:endParaRPr sz="36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594360" y="2286000"/>
            <a:ext cx="7498079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dirty="0"/>
              <a:t>• Python</a:t>
            </a:r>
            <a:br>
              <a:rPr dirty="0"/>
            </a:br>
            <a:r>
              <a:rPr dirty="0"/>
              <a:t>• </a:t>
            </a:r>
            <a:r>
              <a:rPr dirty="0" err="1"/>
              <a:t>Streamlit</a:t>
            </a:r>
            <a:br>
              <a:rPr dirty="0"/>
            </a:br>
            <a:r>
              <a:rPr dirty="0"/>
              <a:t>• RAG</a:t>
            </a:r>
            <a:br>
              <a:rPr dirty="0"/>
            </a:br>
            <a:r>
              <a:rPr dirty="0"/>
              <a:t>• Local Knowledge Base (dishes.txt, allergens.txt)</a:t>
            </a:r>
            <a:br>
              <a:rPr dirty="0"/>
            </a:br>
            <a:r>
              <a:rPr dirty="0"/>
              <a:t>• Matplotlib</a:t>
            </a:r>
            <a:br>
              <a:rPr dirty="0"/>
            </a:br>
            <a:r>
              <a:rPr dirty="0"/>
              <a:t>• GitHub</a:t>
            </a:r>
            <a:br>
              <a:rPr dirty="0"/>
            </a:br>
            <a:r>
              <a:rPr dirty="0"/>
              <a:t>• IBM </a:t>
            </a:r>
            <a:r>
              <a:rPr dirty="0" err="1"/>
              <a:t>watsonx</a:t>
            </a:r>
            <a:r>
              <a:rPr dirty="0"/>
              <a:t> / Granite (planned integration)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7742" y="1243271"/>
            <a:ext cx="8229600" cy="1143000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sz="3600" b="1" dirty="0"/>
              <a:t>System Architecture</a:t>
            </a:r>
            <a:endParaRPr sz="36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31058" y="2032328"/>
            <a:ext cx="8104976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dirty="0"/>
              <a:t>User → </a:t>
            </a:r>
            <a:r>
              <a:rPr dirty="0" err="1"/>
              <a:t>Streamlit</a:t>
            </a:r>
            <a:r>
              <a:rPr dirty="0"/>
              <a:t> UI → RAG Retrieval → </a:t>
            </a:r>
            <a:endParaRPr lang="en-US" dirty="0"/>
          </a:p>
          <a:p>
            <a:pPr>
              <a:defRPr sz="2000"/>
            </a:pPr>
            <a:r>
              <a:rPr dirty="0"/>
              <a:t>Ingredient &amp; Allergen Knowledge Base → AI Analysis → Dashboard &amp; Report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2477" y="1071282"/>
            <a:ext cx="8229600" cy="660554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/>
              <a:t>Rag Flow</a:t>
            </a:r>
            <a:endParaRPr sz="36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7498079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dirty="0"/>
              <a:t>1. Upload Menu</a:t>
            </a:r>
            <a:br>
              <a:rPr dirty="0"/>
            </a:br>
            <a:r>
              <a:rPr dirty="0"/>
              <a:t>2. Retrieve Ingredients</a:t>
            </a:r>
            <a:br>
              <a:rPr dirty="0"/>
            </a:br>
            <a:r>
              <a:rPr dirty="0"/>
              <a:t>3. Retrieve Allergens</a:t>
            </a:r>
            <a:br>
              <a:rPr dirty="0"/>
            </a:br>
            <a:r>
              <a:rPr dirty="0"/>
              <a:t>4. Compare</a:t>
            </a:r>
            <a:br>
              <a:rPr dirty="0"/>
            </a:br>
            <a:r>
              <a:rPr dirty="0"/>
              <a:t>5. Generate Safe/Risky Results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1935" y="1229032"/>
            <a:ext cx="8229600" cy="581896"/>
          </a:xfrm>
        </p:spPr>
        <p:txBody>
          <a:bodyPr>
            <a:noAutofit/>
          </a:bodyPr>
          <a:lstStyle/>
          <a:p>
            <a:pPr algn="l"/>
            <a:r>
              <a:rPr lang="en-US" sz="3600" b="1" dirty="0"/>
              <a:t>Features</a:t>
            </a:r>
            <a:endParaRPr sz="36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7498079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Upload Menu</a:t>
            </a:r>
            <a:br/>
            <a:r>
              <a:t>• Paste Menu</a:t>
            </a:r>
            <a:br/>
            <a:r>
              <a:t>• Allergy Detection</a:t>
            </a:r>
            <a:br/>
            <a:r>
              <a:t>• Dashboard</a:t>
            </a:r>
            <a:br/>
            <a:r>
              <a:t>• AI Chat</a:t>
            </a:r>
            <a:br/>
            <a:r>
              <a:t>• Download Report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852" y="1071717"/>
            <a:ext cx="8229600" cy="935856"/>
          </a:xfrm>
        </p:spPr>
        <p:txBody>
          <a:bodyPr>
            <a:normAutofit/>
          </a:bodyPr>
          <a:lstStyle/>
          <a:p>
            <a:pPr algn="l"/>
            <a:r>
              <a:rPr lang="en-IN" sz="4000" b="1" dirty="0"/>
              <a:t>Orchestrate Components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2153265"/>
            <a:ext cx="7498079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dirty="0"/>
              <a:t>Chat Input</a:t>
            </a:r>
            <a:br>
              <a:rPr dirty="0"/>
            </a:br>
            <a:r>
              <a:rPr dirty="0"/>
              <a:t>Knowledge Retrieval</a:t>
            </a:r>
            <a:br>
              <a:rPr dirty="0"/>
            </a:br>
            <a:r>
              <a:rPr dirty="0"/>
              <a:t>AI Analysis</a:t>
            </a:r>
            <a:br>
              <a:rPr dirty="0"/>
            </a:br>
            <a:r>
              <a:rPr dirty="0"/>
              <a:t>Chat Output</a:t>
            </a:r>
            <a:br>
              <a:rPr dirty="0"/>
            </a:br>
            <a:r>
              <a:rPr dirty="0"/>
              <a:t>File Upload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2241754"/>
            <a:ext cx="803476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dirty="0"/>
              <a:t>Coordinates retrieval, reasoning and personalized recommendations based </a:t>
            </a:r>
            <a:endParaRPr lang="en-US" dirty="0"/>
          </a:p>
          <a:p>
            <a:pPr>
              <a:defRPr sz="2000"/>
            </a:pPr>
            <a:r>
              <a:rPr dirty="0"/>
              <a:t>on menu and allergy profile.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FF48D58-077D-911B-33F1-849F73698D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54826" y="1365578"/>
            <a:ext cx="282577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rPr dirty="0"/>
              <a:t>Role of Agentic 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30826" y="2064775"/>
            <a:ext cx="7498079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dirty="0"/>
              <a:t>• RAG-based retrieval</a:t>
            </a:r>
            <a:br>
              <a:rPr dirty="0"/>
            </a:br>
            <a:r>
              <a:rPr dirty="0"/>
              <a:t>• Personalized allergy analysis</a:t>
            </a:r>
            <a:br>
              <a:rPr dirty="0"/>
            </a:br>
            <a:r>
              <a:rPr dirty="0"/>
              <a:t>• Downloadable report</a:t>
            </a:r>
            <a:br>
              <a:rPr dirty="0"/>
            </a:br>
            <a:r>
              <a:rPr dirty="0"/>
              <a:t>• AI Q&amp;A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5F9AE3F-9F0F-37ED-12E9-A373FFB07F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08555" y="1259656"/>
            <a:ext cx="167462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rPr sz="3600" dirty="0"/>
              <a:t>Novelty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60440" y="2472814"/>
            <a:ext cx="7498079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dirty="0"/>
              <a:t>• IBM Granite integration</a:t>
            </a:r>
            <a:br>
              <a:rPr dirty="0"/>
            </a:br>
            <a:r>
              <a:rPr dirty="0"/>
              <a:t>• OCR menu scan</a:t>
            </a:r>
            <a:br>
              <a:rPr dirty="0"/>
            </a:br>
            <a:r>
              <a:rPr dirty="0"/>
              <a:t>• Voice assistant</a:t>
            </a:r>
            <a:br>
              <a:rPr dirty="0"/>
            </a:br>
            <a:r>
              <a:rPr dirty="0"/>
              <a:t>• QR menu analysis</a:t>
            </a:r>
            <a:br>
              <a:rPr dirty="0"/>
            </a:br>
            <a:r>
              <a:rPr dirty="0"/>
              <a:t>• Restaurant APIs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3B8ED3A-551F-41F4-457F-AEE4241A65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15615" y="1067593"/>
            <a:ext cx="53553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/>
            </a:pPr>
            <a:r>
              <a:rPr sz="3600" dirty="0"/>
              <a:t>Future Scope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1058" y="569373"/>
            <a:ext cx="8229600" cy="611393"/>
          </a:xfrm>
        </p:spPr>
        <p:txBody>
          <a:bodyPr>
            <a:noAutofit/>
          </a:bodyPr>
          <a:lstStyle/>
          <a:p>
            <a:pPr algn="l"/>
            <a:r>
              <a:rPr lang="en-US" sz="3600" b="1" dirty="0"/>
              <a:t>Screenshots</a:t>
            </a:r>
            <a:endParaRPr sz="36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71DC34-190C-0C5A-2A26-ECE89DDB5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06012"/>
            <a:ext cx="9144000" cy="49947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CE1F3-4732-DE9F-B2F9-6A78B40F7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3999"/>
            <a:ext cx="8229600" cy="92077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8511C6-C374-4F30-8622-105BF2217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4631"/>
            <a:ext cx="4572000" cy="63418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F5D6A53-0138-E7F9-3086-056840CC34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8981" y="314632"/>
            <a:ext cx="4257368" cy="6341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3194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370F2B7-1BB7-8B32-0AAC-A11DDC09DD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774" y="1101213"/>
            <a:ext cx="8062452" cy="4485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7356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9030" y="952004"/>
            <a:ext cx="6571343" cy="1049235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/>
              <a:t>Certificates</a:t>
            </a:r>
            <a:endParaRPr sz="36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211BF48-F3DB-A7BF-31DB-52361A3ACC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83109"/>
            <a:ext cx="8313173" cy="449950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00D9858-BD6E-B26B-03C2-4AEAB9A49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81781"/>
            <a:ext cx="8313174" cy="5869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6221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0902" y="1143000"/>
            <a:ext cx="8229600" cy="1143000"/>
          </a:xfrm>
        </p:spPr>
        <p:txBody>
          <a:bodyPr/>
          <a:lstStyle/>
          <a:p>
            <a:r>
              <a:rPr lang="en-US" dirty="0"/>
              <a:t>Thank You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48</TotalTime>
  <Words>273</Words>
  <Application>Microsoft Office PowerPoint</Application>
  <PresentationFormat>On-screen Show (4:3)</PresentationFormat>
  <Paragraphs>29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Gill Sans MT</vt:lpstr>
      <vt:lpstr>Gallery</vt:lpstr>
      <vt:lpstr>Restaurant Menu Allergen Checker using RAG </vt:lpstr>
      <vt:lpstr>Problem Statement</vt:lpstr>
      <vt:lpstr>Proposed Solution</vt:lpstr>
      <vt:lpstr>Technology Used</vt:lpstr>
      <vt:lpstr> System Architecture</vt:lpstr>
      <vt:lpstr>Rag Flow</vt:lpstr>
      <vt:lpstr>Features</vt:lpstr>
      <vt:lpstr>Orchestrate Components</vt:lpstr>
      <vt:lpstr>Role of Agentic AI</vt:lpstr>
      <vt:lpstr>Novelty</vt:lpstr>
      <vt:lpstr>Future Scope</vt:lpstr>
      <vt:lpstr>Screenshots</vt:lpstr>
      <vt:lpstr>PowerPoint Presentation</vt:lpstr>
      <vt:lpstr>PowerPoint Presentation</vt:lpstr>
      <vt:lpstr>Certificates</vt:lpstr>
      <vt:lpstr>PowerPoint Presentation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Yadavalli Akshita</dc:creator>
  <cp:keywords/>
  <dc:description>generated using python-pptx</dc:description>
  <cp:lastModifiedBy>Yadavalli Akshita</cp:lastModifiedBy>
  <cp:revision>3</cp:revision>
  <dcterms:created xsi:type="dcterms:W3CDTF">2013-01-27T09:14:16Z</dcterms:created>
  <dcterms:modified xsi:type="dcterms:W3CDTF">2026-07-08T11:57:30Z</dcterms:modified>
  <cp:category/>
</cp:coreProperties>
</file>